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CE7B-7EAE-94A8-5658-AD5FE9598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AF4ED1-B3C4-5C5F-785A-80345E03C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FE916-23B6-78E4-0D90-F6DBAC130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FE547-D737-3E7C-B0B8-89B43C4E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86DC9-0991-F6B1-8D7A-48836EB8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0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5DA1-9E08-6855-EA14-2EAEED13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C9B3-DF21-AD13-BB1B-1418982A0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3D263-B44A-32A4-9C6E-6631F3EA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CA9DB-61D9-72B2-8B25-320A63AF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DDCEE-6945-F7A9-E8BB-B497A830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0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2657-A817-988A-5B83-2BC0971E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EE5CC-D7CE-05EB-A66D-E127A4C7F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F892B-5834-56F7-521D-ED4E822D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995E8-A404-DDBF-3173-879AA941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90B6D-ADCA-77D0-F292-154CA1A8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2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AA8B-2368-E1EE-0A9E-4AC0C72FD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AEC7E-DD7D-5993-4266-747AEDDB8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2AF1D-BB7A-7A46-1002-655AA828C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9CF0F-3470-AAB4-39E2-81A35627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02415-B1FD-3AD1-E769-2C7919FC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48FA3-F23B-8AFD-AB98-CACE7EE7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7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C9B1A-952A-7120-6CC0-B401EC8D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C4DE4-07AF-8A4B-39A8-67845F20D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C8101-8245-2A7E-3852-8DC2B3D2D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EE046-0F7F-51C2-6F73-EBDD0B8F6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5341-A101-B6AF-3EDE-338EBA1F0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01FC5-8781-54F8-377A-4EFD10B1B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A34209-4636-AC8C-BB90-A4DBB740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4BCEA-0A41-E644-FC4C-D01478EDB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1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7B44-9E1D-E455-4903-A5FDA07F8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87D83-7FAC-D72B-9921-B9E7C3FE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F04C4-7337-996C-1ADD-A13C0799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5EEE1-6E05-A597-BF1D-FBE6ECB1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6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22179F-3D0E-2349-A5BE-894663CC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6D4163-7263-7326-668C-EE81E5E06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1974C-4286-AA10-67AA-22EF5E7D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41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FB65-C4CD-8615-484F-A531A057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6D83A-CF61-1D02-7E5B-9E55E6A05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C8438-E201-CCB3-0334-F16C911EE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E7AA3-5B75-7C89-D235-768DE20C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BA8E6-315C-EB81-7230-4D4F8849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19AE2-2A3E-60C2-4508-7E0AEA889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8A4A-0A89-388A-42FA-3883D0B3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6B7CEC-AEDF-7DA6-5EAD-248400D240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F0CE9-49A6-451F-6CF3-7D351B441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9C5B9-71EA-A3D1-B3D2-35FCE2A7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CBB5F-1720-DDD8-2E43-4BCD996A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DB4C2-4DD0-7165-FAE0-8C333F76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63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F0E8-2364-D7FA-2771-3EFF6593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1071-A263-AC28-C6B2-D36892B92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73B7D-E189-D083-D0DD-DA7EC71D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CC7F2-3224-DE74-278D-C860EABC9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DEA61-B3FB-3694-3D92-F901ED2B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2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9FD62-6F92-4F9D-CBBF-C677849151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B114E-0419-C7B1-3DFD-6CF8E2583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4C622-D8B3-E570-8AC4-9B3A765F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92990-A7F6-AD2A-4149-49C0EB65F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4C78-CB73-38B5-9460-2E989139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1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0375B-0223-2CD8-EA4E-EABD40FD5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DB020-E8AD-520F-BD01-B5AA0E7A8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99DDE-182F-9150-4DEE-7398B82E51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E675B-3063-4D30-AFE0-95960C6CE18E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F8FBE-0C7D-D538-9EB1-3A70AFFB4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1479-5DEF-B7DE-CD5C-006036FA6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C8F71-EA6C-4500-BCA8-4A469F711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0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0279BC-F5AE-A4A8-9697-A0EEDCA7A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493" y="2367379"/>
            <a:ext cx="3777392" cy="2538702"/>
          </a:xfrm>
          <a:prstGeom prst="rect">
            <a:avLst/>
          </a:prstGeom>
        </p:spPr>
      </p:pic>
      <p:pic>
        <p:nvPicPr>
          <p:cNvPr id="1028" name="Picture 4" descr="N9960A FieldFox Handheld Microwave Spectrum Analyzer, 32 GHz">
            <a:extLst>
              <a:ext uri="{FF2B5EF4-FFF2-40B4-BE49-F238E27FC236}">
                <a16:creationId xmlns:a16="http://schemas.microsoft.com/office/drawing/2014/main" id="{B5080F7F-4678-D363-6DE6-000308C90C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9" t="6860" r="32989" b="5507"/>
          <a:stretch/>
        </p:blipFill>
        <p:spPr bwMode="auto">
          <a:xfrm flipH="1">
            <a:off x="194765" y="2676938"/>
            <a:ext cx="1594279" cy="208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6459776-3FBC-CF3D-006F-357646B07918}"/>
              </a:ext>
            </a:extLst>
          </p:cNvPr>
          <p:cNvGrpSpPr/>
          <p:nvPr/>
        </p:nvGrpSpPr>
        <p:grpSpPr>
          <a:xfrm>
            <a:off x="2580289" y="198571"/>
            <a:ext cx="2708883" cy="1601370"/>
            <a:chOff x="3416995" y="185529"/>
            <a:chExt cx="2708883" cy="1601370"/>
          </a:xfrm>
        </p:grpSpPr>
        <p:pic>
          <p:nvPicPr>
            <p:cNvPr id="1026" name="Picture 2" descr="Synthesized Signal Generator: HMC-T2270 | Microwave Journal">
              <a:extLst>
                <a:ext uri="{FF2B5EF4-FFF2-40B4-BE49-F238E27FC236}">
                  <a16:creationId xmlns:a16="http://schemas.microsoft.com/office/drawing/2014/main" id="{831B7FFF-5F97-D790-5BCE-EAC9103AE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5362" y="185529"/>
              <a:ext cx="1385545" cy="879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DED4F5F-9FB2-FD0D-BCB9-46149B3A0BB6}"/>
                </a:ext>
              </a:extLst>
            </p:cNvPr>
            <p:cNvGrpSpPr/>
            <p:nvPr/>
          </p:nvGrpSpPr>
          <p:grpSpPr>
            <a:xfrm>
              <a:off x="3952720" y="1213874"/>
              <a:ext cx="2173158" cy="573025"/>
              <a:chOff x="3988579" y="1387192"/>
              <a:chExt cx="2173158" cy="573025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ED00A08-ADEF-63DC-F9AD-BF8A75328CED}"/>
                  </a:ext>
                </a:extLst>
              </p:cNvPr>
              <p:cNvSpPr/>
              <p:nvPr/>
            </p:nvSpPr>
            <p:spPr>
              <a:xfrm>
                <a:off x="3988579" y="1387192"/>
                <a:ext cx="1914939" cy="53008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4A7FA66-E709-25C8-3308-58AEC558BBB4}"/>
                  </a:ext>
                </a:extLst>
              </p:cNvPr>
              <p:cNvSpPr txBox="1"/>
              <p:nvPr/>
            </p:nvSpPr>
            <p:spPr>
              <a:xfrm>
                <a:off x="4619808" y="1387192"/>
                <a:ext cx="15419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BAL0010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A8700E-10B2-D64E-2308-F89D108047DC}"/>
                  </a:ext>
                </a:extLst>
              </p:cNvPr>
              <p:cNvSpPr txBox="1"/>
              <p:nvPr/>
            </p:nvSpPr>
            <p:spPr>
              <a:xfrm>
                <a:off x="4587456" y="1590885"/>
                <a:ext cx="14069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0°           180 °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A9E25EC-445D-04DF-3844-FE9555443663}"/>
                </a:ext>
              </a:extLst>
            </p:cNvPr>
            <p:cNvSpPr txBox="1"/>
            <p:nvPr/>
          </p:nvSpPr>
          <p:spPr>
            <a:xfrm>
              <a:off x="3913794" y="1213874"/>
              <a:ext cx="412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</a:t>
              </a:r>
            </a:p>
          </p:txBody>
        </p:sp>
        <p:sp>
          <p:nvSpPr>
            <p:cNvPr id="12" name="Arrow: U-Turn 11">
              <a:extLst>
                <a:ext uri="{FF2B5EF4-FFF2-40B4-BE49-F238E27FC236}">
                  <a16:creationId xmlns:a16="http://schemas.microsoft.com/office/drawing/2014/main" id="{C76335B0-A075-5C40-1A78-89C29FE524B9}"/>
                </a:ext>
              </a:extLst>
            </p:cNvPr>
            <p:cNvSpPr/>
            <p:nvPr/>
          </p:nvSpPr>
          <p:spPr>
            <a:xfrm rot="5400000" flipV="1">
              <a:off x="3414420" y="593032"/>
              <a:ext cx="913886" cy="908735"/>
            </a:xfrm>
            <a:prstGeom prst="uturnArrow">
              <a:avLst>
                <a:gd name="adj1" fmla="val 25000"/>
                <a:gd name="adj2" fmla="val 16779"/>
                <a:gd name="adj3" fmla="val 19738"/>
                <a:gd name="adj4" fmla="val 35532"/>
                <a:gd name="adj5" fmla="val 5790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Arrow: Left 12">
            <a:extLst>
              <a:ext uri="{FF2B5EF4-FFF2-40B4-BE49-F238E27FC236}">
                <a16:creationId xmlns:a16="http://schemas.microsoft.com/office/drawing/2014/main" id="{05BD6DC5-FAFC-5986-A6A6-05485467320C}"/>
              </a:ext>
            </a:extLst>
          </p:cNvPr>
          <p:cNvSpPr/>
          <p:nvPr/>
        </p:nvSpPr>
        <p:spPr>
          <a:xfrm>
            <a:off x="1851122" y="3439328"/>
            <a:ext cx="1207247" cy="55581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06A75EE3-640D-B12A-F365-D98CEB94932E}"/>
              </a:ext>
            </a:extLst>
          </p:cNvPr>
          <p:cNvSpPr/>
          <p:nvPr/>
        </p:nvSpPr>
        <p:spPr>
          <a:xfrm>
            <a:off x="3944471" y="1846729"/>
            <a:ext cx="292847" cy="4777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E367203B-478F-CFC3-5C98-ADAE8DA10F65}"/>
              </a:ext>
            </a:extLst>
          </p:cNvPr>
          <p:cNvSpPr/>
          <p:nvPr/>
        </p:nvSpPr>
        <p:spPr>
          <a:xfrm>
            <a:off x="4551354" y="1849523"/>
            <a:ext cx="292847" cy="4777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F1D2F09C-16EE-913C-1D90-5DA797B8F346}"/>
              </a:ext>
            </a:extLst>
          </p:cNvPr>
          <p:cNvSpPr/>
          <p:nvPr/>
        </p:nvSpPr>
        <p:spPr>
          <a:xfrm rot="16200000">
            <a:off x="5824072" y="4193235"/>
            <a:ext cx="620985" cy="2025459"/>
          </a:xfrm>
          <a:prstGeom prst="bentArrow">
            <a:avLst>
              <a:gd name="adj1" fmla="val 15340"/>
              <a:gd name="adj2" fmla="val 20663"/>
              <a:gd name="adj3" fmla="val 14773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E25F178F-6AA4-3D3A-F585-C4AA8FAFA930}"/>
              </a:ext>
            </a:extLst>
          </p:cNvPr>
          <p:cNvSpPr/>
          <p:nvPr/>
        </p:nvSpPr>
        <p:spPr>
          <a:xfrm rot="5400000" flipV="1">
            <a:off x="5789699" y="1044157"/>
            <a:ext cx="620985" cy="2025459"/>
          </a:xfrm>
          <a:prstGeom prst="bentArrow">
            <a:avLst>
              <a:gd name="adj1" fmla="val 15340"/>
              <a:gd name="adj2" fmla="val 20663"/>
              <a:gd name="adj3" fmla="val 14773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E8EED7-4E23-BBCC-2054-31F575623371}"/>
              </a:ext>
            </a:extLst>
          </p:cNvPr>
          <p:cNvSpPr/>
          <p:nvPr/>
        </p:nvSpPr>
        <p:spPr>
          <a:xfrm>
            <a:off x="8932803" y="2677377"/>
            <a:ext cx="1476189" cy="19187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50BB6B-56D9-B489-7266-D4877708CC02}"/>
              </a:ext>
            </a:extLst>
          </p:cNvPr>
          <p:cNvSpPr txBox="1"/>
          <p:nvPr/>
        </p:nvSpPr>
        <p:spPr>
          <a:xfrm>
            <a:off x="9443791" y="2676938"/>
            <a:ext cx="454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DB901C-D260-0ABF-9290-1BA73B08C208}"/>
              </a:ext>
            </a:extLst>
          </p:cNvPr>
          <p:cNvSpPr txBox="1"/>
          <p:nvPr/>
        </p:nvSpPr>
        <p:spPr>
          <a:xfrm>
            <a:off x="8905354" y="3134355"/>
            <a:ext cx="218528" cy="367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4FB55B-7A63-B0CF-6EC2-878DED38A549}"/>
              </a:ext>
            </a:extLst>
          </p:cNvPr>
          <p:cNvSpPr txBox="1"/>
          <p:nvPr/>
        </p:nvSpPr>
        <p:spPr>
          <a:xfrm>
            <a:off x="8915497" y="3865219"/>
            <a:ext cx="218528" cy="367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FBF9B0-933B-D7AC-06C7-54816B6923E4}"/>
              </a:ext>
            </a:extLst>
          </p:cNvPr>
          <p:cNvSpPr txBox="1"/>
          <p:nvPr/>
        </p:nvSpPr>
        <p:spPr>
          <a:xfrm>
            <a:off x="9178111" y="3465179"/>
            <a:ext cx="140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90° splitter</a:t>
            </a: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07265E7E-94DC-2882-24E0-8CB115F8DD5E}"/>
              </a:ext>
            </a:extLst>
          </p:cNvPr>
          <p:cNvSpPr/>
          <p:nvPr/>
        </p:nvSpPr>
        <p:spPr>
          <a:xfrm rot="16200000">
            <a:off x="7084332" y="1577432"/>
            <a:ext cx="1508798" cy="2079690"/>
          </a:xfrm>
          <a:prstGeom prst="bentArrow">
            <a:avLst>
              <a:gd name="adj1" fmla="val 15340"/>
              <a:gd name="adj2" fmla="val 20663"/>
              <a:gd name="adj3" fmla="val 14773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Bent 26">
            <a:extLst>
              <a:ext uri="{FF2B5EF4-FFF2-40B4-BE49-F238E27FC236}">
                <a16:creationId xmlns:a16="http://schemas.microsoft.com/office/drawing/2014/main" id="{5E418791-D794-32E1-1EFE-14CBC2A9DCC4}"/>
              </a:ext>
            </a:extLst>
          </p:cNvPr>
          <p:cNvSpPr/>
          <p:nvPr/>
        </p:nvSpPr>
        <p:spPr>
          <a:xfrm rot="5400000" flipV="1">
            <a:off x="7111445" y="3632844"/>
            <a:ext cx="1508798" cy="2025459"/>
          </a:xfrm>
          <a:prstGeom prst="bentArrow">
            <a:avLst>
              <a:gd name="adj1" fmla="val 15340"/>
              <a:gd name="adj2" fmla="val 20663"/>
              <a:gd name="adj3" fmla="val 14773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Bent 27">
            <a:extLst>
              <a:ext uri="{FF2B5EF4-FFF2-40B4-BE49-F238E27FC236}">
                <a16:creationId xmlns:a16="http://schemas.microsoft.com/office/drawing/2014/main" id="{AF79D5D4-2DD2-4E12-5E03-9AF23EB98BB5}"/>
              </a:ext>
            </a:extLst>
          </p:cNvPr>
          <p:cNvSpPr/>
          <p:nvPr/>
        </p:nvSpPr>
        <p:spPr>
          <a:xfrm>
            <a:off x="5588124" y="585070"/>
            <a:ext cx="1508798" cy="2079690"/>
          </a:xfrm>
          <a:prstGeom prst="bentArrow">
            <a:avLst>
              <a:gd name="adj1" fmla="val 15340"/>
              <a:gd name="adj2" fmla="val 20663"/>
              <a:gd name="adj3" fmla="val 14773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5C1F96-3D70-E5EA-547E-9C37D5792183}"/>
              </a:ext>
            </a:extLst>
          </p:cNvPr>
          <p:cNvSpPr txBox="1"/>
          <p:nvPr/>
        </p:nvSpPr>
        <p:spPr>
          <a:xfrm>
            <a:off x="7050469" y="731649"/>
            <a:ext cx="120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PXIe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CDF17D18-39ED-193E-17A8-84107168A9CC}"/>
              </a:ext>
            </a:extLst>
          </p:cNvPr>
          <p:cNvSpPr/>
          <p:nvPr/>
        </p:nvSpPr>
        <p:spPr>
          <a:xfrm>
            <a:off x="9260625" y="1996292"/>
            <a:ext cx="805856" cy="6209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2" descr="Synthesized Signal Generator: HMC-T2270 | Microwave Journal">
            <a:extLst>
              <a:ext uri="{FF2B5EF4-FFF2-40B4-BE49-F238E27FC236}">
                <a16:creationId xmlns:a16="http://schemas.microsoft.com/office/drawing/2014/main" id="{BD75838A-31B8-8E6E-AAFF-414EFD671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574" y="829047"/>
            <a:ext cx="1385545" cy="87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0C50378-C199-48C6-D57F-E331A2D7E343}"/>
              </a:ext>
            </a:extLst>
          </p:cNvPr>
          <p:cNvSpPr txBox="1"/>
          <p:nvPr/>
        </p:nvSpPr>
        <p:spPr>
          <a:xfrm>
            <a:off x="8612094" y="1662063"/>
            <a:ext cx="105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GPIB 27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A683A9-0FFF-34D7-6489-B25923E6EB5F}"/>
              </a:ext>
            </a:extLst>
          </p:cNvPr>
          <p:cNvSpPr txBox="1"/>
          <p:nvPr/>
        </p:nvSpPr>
        <p:spPr>
          <a:xfrm>
            <a:off x="2517353" y="183887"/>
            <a:ext cx="1034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GPIB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836D81-68DE-A554-5714-8F504CE0E39C}"/>
              </a:ext>
            </a:extLst>
          </p:cNvPr>
          <p:cNvSpPr txBox="1"/>
          <p:nvPr/>
        </p:nvSpPr>
        <p:spPr>
          <a:xfrm>
            <a:off x="59765" y="137459"/>
            <a:ext cx="1494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ADMV1013s</a:t>
            </a:r>
          </a:p>
        </p:txBody>
      </p:sp>
    </p:spTree>
    <p:extLst>
      <p:ext uri="{BB962C8B-B14F-4D97-AF65-F5344CB8AC3E}">
        <p14:creationId xmlns:p14="http://schemas.microsoft.com/office/powerpoint/2010/main" val="356240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42DED8E-C07F-8229-CE82-C9E570320C14}"/>
              </a:ext>
            </a:extLst>
          </p:cNvPr>
          <p:cNvGrpSpPr/>
          <p:nvPr/>
        </p:nvGrpSpPr>
        <p:grpSpPr>
          <a:xfrm>
            <a:off x="185271" y="734501"/>
            <a:ext cx="10650071" cy="4571110"/>
            <a:chOff x="1296894" y="112948"/>
            <a:chExt cx="10650071" cy="457111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E83A5E2-6E5E-F651-EE06-2E39047F5DC7}"/>
                </a:ext>
              </a:extLst>
            </p:cNvPr>
            <p:cNvGrpSpPr/>
            <p:nvPr/>
          </p:nvGrpSpPr>
          <p:grpSpPr>
            <a:xfrm>
              <a:off x="2317090" y="1948330"/>
              <a:ext cx="7209404" cy="2735728"/>
              <a:chOff x="-67522" y="657736"/>
              <a:chExt cx="10998486" cy="473154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F035A49-C10A-A78C-5A95-D692E0EC64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67522" y="657736"/>
                <a:ext cx="5535993" cy="4731545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01F2FDE3-99D4-9F7B-D25D-63F6F6DB01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6604" r="1278" b="1558"/>
              <a:stretch/>
            </p:blipFill>
            <p:spPr>
              <a:xfrm rot="10800000">
                <a:off x="4658121" y="1219200"/>
                <a:ext cx="6272843" cy="3753224"/>
              </a:xfrm>
              <a:prstGeom prst="rect">
                <a:avLst/>
              </a:prstGeom>
            </p:spPr>
          </p:pic>
        </p:grpSp>
        <p:sp>
          <p:nvSpPr>
            <p:cNvPr id="6" name="Arrow: Bent-Up 5">
              <a:extLst>
                <a:ext uri="{FF2B5EF4-FFF2-40B4-BE49-F238E27FC236}">
                  <a16:creationId xmlns:a16="http://schemas.microsoft.com/office/drawing/2014/main" id="{B43C3F69-6A2C-A801-7236-00BCB864F004}"/>
                </a:ext>
              </a:extLst>
            </p:cNvPr>
            <p:cNvSpPr/>
            <p:nvPr/>
          </p:nvSpPr>
          <p:spPr>
            <a:xfrm rot="5400000">
              <a:off x="1171389" y="1506071"/>
              <a:ext cx="1840753" cy="800847"/>
            </a:xfrm>
            <a:prstGeom prst="bentUpArrow">
              <a:avLst>
                <a:gd name="adj1" fmla="val 5597"/>
                <a:gd name="adj2" fmla="val 9328"/>
                <a:gd name="adj3" fmla="val 1977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rrow: Bent-Up 6">
              <a:extLst>
                <a:ext uri="{FF2B5EF4-FFF2-40B4-BE49-F238E27FC236}">
                  <a16:creationId xmlns:a16="http://schemas.microsoft.com/office/drawing/2014/main" id="{7E0B7F9F-93C6-1F26-8B20-88F43FDD32C6}"/>
                </a:ext>
              </a:extLst>
            </p:cNvPr>
            <p:cNvSpPr/>
            <p:nvPr/>
          </p:nvSpPr>
          <p:spPr>
            <a:xfrm rot="5400000">
              <a:off x="1171388" y="1795930"/>
              <a:ext cx="1840753" cy="800847"/>
            </a:xfrm>
            <a:prstGeom prst="bentUpArrow">
              <a:avLst>
                <a:gd name="adj1" fmla="val 5597"/>
                <a:gd name="adj2" fmla="val 9328"/>
                <a:gd name="adj3" fmla="val 19776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F1C20A-7A64-2766-BB65-3B6BB863DCF1}"/>
                </a:ext>
              </a:extLst>
            </p:cNvPr>
            <p:cNvSpPr txBox="1"/>
            <p:nvPr/>
          </p:nvSpPr>
          <p:spPr>
            <a:xfrm>
              <a:off x="1296894" y="705224"/>
              <a:ext cx="842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 PC</a:t>
              </a: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732B8CAE-C809-3B28-78A6-1C55141ECE94}"/>
                </a:ext>
              </a:extLst>
            </p:cNvPr>
            <p:cNvSpPr/>
            <p:nvPr/>
          </p:nvSpPr>
          <p:spPr>
            <a:xfrm>
              <a:off x="2629647" y="1404471"/>
              <a:ext cx="256989" cy="63948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82819C-B315-D44E-DD99-88643280A306}"/>
                </a:ext>
              </a:extLst>
            </p:cNvPr>
            <p:cNvSpPr txBox="1"/>
            <p:nvPr/>
          </p:nvSpPr>
          <p:spPr>
            <a:xfrm>
              <a:off x="2193365" y="1035139"/>
              <a:ext cx="1219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DC Power </a:t>
              </a:r>
            </a:p>
          </p:txBody>
        </p:sp>
        <p:sp>
          <p:nvSpPr>
            <p:cNvPr id="11" name="Arrow: Curved Down 10">
              <a:extLst>
                <a:ext uri="{FF2B5EF4-FFF2-40B4-BE49-F238E27FC236}">
                  <a16:creationId xmlns:a16="http://schemas.microsoft.com/office/drawing/2014/main" id="{70A34A37-B787-211A-2C8E-1F16BD1E45B0}"/>
                </a:ext>
              </a:extLst>
            </p:cNvPr>
            <p:cNvSpPr/>
            <p:nvPr/>
          </p:nvSpPr>
          <p:spPr>
            <a:xfrm rot="10800000">
              <a:off x="9435639" y="3723341"/>
              <a:ext cx="878541" cy="424330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Arrow: Curved Down 11">
              <a:extLst>
                <a:ext uri="{FF2B5EF4-FFF2-40B4-BE49-F238E27FC236}">
                  <a16:creationId xmlns:a16="http://schemas.microsoft.com/office/drawing/2014/main" id="{824A9D0C-1579-7576-23E3-89812C865D36}"/>
                </a:ext>
              </a:extLst>
            </p:cNvPr>
            <p:cNvSpPr/>
            <p:nvPr/>
          </p:nvSpPr>
          <p:spPr>
            <a:xfrm rot="10800000" flipV="1">
              <a:off x="9428454" y="2497418"/>
              <a:ext cx="878541" cy="424330"/>
            </a:xfrm>
            <a:prstGeom prst="curved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AD3B4E1-8998-6E05-78A4-FBB0D1199EFB}"/>
                </a:ext>
              </a:extLst>
            </p:cNvPr>
            <p:cNvSpPr/>
            <p:nvPr/>
          </p:nvSpPr>
          <p:spPr>
            <a:xfrm>
              <a:off x="9601200" y="3044265"/>
              <a:ext cx="1798918" cy="543858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3D646E-C99C-E7E4-D217-CDAD7738148E}"/>
                </a:ext>
              </a:extLst>
            </p:cNvPr>
            <p:cNvSpPr txBox="1"/>
            <p:nvPr/>
          </p:nvSpPr>
          <p:spPr>
            <a:xfrm>
              <a:off x="9694406" y="3112585"/>
              <a:ext cx="1225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BAL0010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01518F-26BD-78CA-4068-192AC761C0C6}"/>
                </a:ext>
              </a:extLst>
            </p:cNvPr>
            <p:cNvSpPr txBox="1"/>
            <p:nvPr/>
          </p:nvSpPr>
          <p:spPr>
            <a:xfrm>
              <a:off x="11034982" y="3131528"/>
              <a:ext cx="6054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</a:t>
              </a:r>
            </a:p>
          </p:txBody>
        </p:sp>
        <p:sp>
          <p:nvSpPr>
            <p:cNvPr id="16" name="Arrow: Bent-Up 15">
              <a:extLst>
                <a:ext uri="{FF2B5EF4-FFF2-40B4-BE49-F238E27FC236}">
                  <a16:creationId xmlns:a16="http://schemas.microsoft.com/office/drawing/2014/main" id="{8E8E4EA3-0D35-DCA2-A943-E5035C8F88AA}"/>
                </a:ext>
              </a:extLst>
            </p:cNvPr>
            <p:cNvSpPr/>
            <p:nvPr/>
          </p:nvSpPr>
          <p:spPr>
            <a:xfrm>
              <a:off x="11540565" y="2581835"/>
              <a:ext cx="406400" cy="734359"/>
            </a:xfrm>
            <a:prstGeom prst="bent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row: Bent 16">
              <a:extLst>
                <a:ext uri="{FF2B5EF4-FFF2-40B4-BE49-F238E27FC236}">
                  <a16:creationId xmlns:a16="http://schemas.microsoft.com/office/drawing/2014/main" id="{17F9A70E-0F6B-8736-2F55-749401C51A27}"/>
                </a:ext>
              </a:extLst>
            </p:cNvPr>
            <p:cNvSpPr/>
            <p:nvPr/>
          </p:nvSpPr>
          <p:spPr>
            <a:xfrm rot="16200000">
              <a:off x="10413877" y="1297589"/>
              <a:ext cx="1364948" cy="1578712"/>
            </a:xfrm>
            <a:prstGeom prst="bentArrow">
              <a:avLst>
                <a:gd name="adj1" fmla="val 15367"/>
                <a:gd name="adj2" fmla="val 22373"/>
                <a:gd name="adj3" fmla="val 25000"/>
                <a:gd name="adj4" fmla="val 4375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8" name="Picture 2" descr="Synthesized Signal Generator: HMC-T2270 | Microwave Journal">
              <a:extLst>
                <a:ext uri="{FF2B5EF4-FFF2-40B4-BE49-F238E27FC236}">
                  <a16:creationId xmlns:a16="http://schemas.microsoft.com/office/drawing/2014/main" id="{0A41CE2E-B7D4-2FBA-ABE0-6B2175082A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0383" y="112948"/>
              <a:ext cx="1956038" cy="12420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AB4092-48D9-DD9B-3E00-EFABA3E24EC8}"/>
                </a:ext>
              </a:extLst>
            </p:cNvPr>
            <p:cNvSpPr txBox="1"/>
            <p:nvPr/>
          </p:nvSpPr>
          <p:spPr>
            <a:xfrm>
              <a:off x="10751099" y="1307789"/>
              <a:ext cx="992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GPIB 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8813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hematic 4">
            <a:extLst>
              <a:ext uri="{FF2B5EF4-FFF2-40B4-BE49-F238E27FC236}">
                <a16:creationId xmlns:a16="http://schemas.microsoft.com/office/drawing/2014/main" id="{B5679B99-94F3-5012-1CE7-F64C15C85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066073" y="1857674"/>
            <a:ext cx="4059854" cy="3826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Synthesized Signal Generator: HMC-T2270 | Microwave Journal">
            <a:extLst>
              <a:ext uri="{FF2B5EF4-FFF2-40B4-BE49-F238E27FC236}">
                <a16:creationId xmlns:a16="http://schemas.microsoft.com/office/drawing/2014/main" id="{41DDE1DC-0025-130D-A104-D71885460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100" y="1669648"/>
            <a:ext cx="1385545" cy="87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725BEE-8D61-5675-9DD4-A2D7DD4117D0}"/>
              </a:ext>
            </a:extLst>
          </p:cNvPr>
          <p:cNvSpPr txBox="1"/>
          <p:nvPr/>
        </p:nvSpPr>
        <p:spPr>
          <a:xfrm>
            <a:off x="9692640" y="1244863"/>
            <a:ext cx="173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Hittite 0</a:t>
            </a:r>
          </a:p>
        </p:txBody>
      </p:sp>
      <p:pic>
        <p:nvPicPr>
          <p:cNvPr id="4" name="Picture 2" descr="Synthesized Signal Generator: HMC-T2270 | Microwave Journal">
            <a:extLst>
              <a:ext uri="{FF2B5EF4-FFF2-40B4-BE49-F238E27FC236}">
                <a16:creationId xmlns:a16="http://schemas.microsoft.com/office/drawing/2014/main" id="{645622E7-BB12-813F-B9A3-D1BF120EF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421" y="459055"/>
            <a:ext cx="1385545" cy="87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33FD31-07CA-3464-C1AD-856D16DDA4F3}"/>
              </a:ext>
            </a:extLst>
          </p:cNvPr>
          <p:cNvSpPr txBox="1"/>
          <p:nvPr/>
        </p:nvSpPr>
        <p:spPr>
          <a:xfrm>
            <a:off x="2587961" y="34270"/>
            <a:ext cx="173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Hittite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D4F884-AF4B-472B-C9E4-DCAC1C811B84}"/>
              </a:ext>
            </a:extLst>
          </p:cNvPr>
          <p:cNvSpPr/>
          <p:nvPr/>
        </p:nvSpPr>
        <p:spPr>
          <a:xfrm>
            <a:off x="9217699" y="3202767"/>
            <a:ext cx="2275150" cy="775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4418D-264E-7E78-EDF7-F2CA0E0241CB}"/>
              </a:ext>
            </a:extLst>
          </p:cNvPr>
          <p:cNvSpPr txBox="1"/>
          <p:nvPr/>
        </p:nvSpPr>
        <p:spPr>
          <a:xfrm>
            <a:off x="10002304" y="3401362"/>
            <a:ext cx="1309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BAL0010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1CB76-4798-2390-D9CF-B79909B36266}"/>
              </a:ext>
            </a:extLst>
          </p:cNvPr>
          <p:cNvSpPr txBox="1"/>
          <p:nvPr/>
        </p:nvSpPr>
        <p:spPr>
          <a:xfrm>
            <a:off x="11049953" y="3359440"/>
            <a:ext cx="505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34FE598-B71E-046E-5E96-A9840D788B99}"/>
              </a:ext>
            </a:extLst>
          </p:cNvPr>
          <p:cNvCxnSpPr/>
          <p:nvPr/>
        </p:nvCxnSpPr>
        <p:spPr>
          <a:xfrm rot="10800000" flipV="1">
            <a:off x="8125928" y="3108960"/>
            <a:ext cx="1715173" cy="202947"/>
          </a:xfrm>
          <a:prstGeom prst="bentConnector3">
            <a:avLst>
              <a:gd name="adj1" fmla="val 708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56E85AB-32D7-8A18-ADB2-7028DF5F14F2}"/>
              </a:ext>
            </a:extLst>
          </p:cNvPr>
          <p:cNvCxnSpPr>
            <a:cxnSpLocks/>
          </p:cNvCxnSpPr>
          <p:nvPr/>
        </p:nvCxnSpPr>
        <p:spPr>
          <a:xfrm rot="10800000">
            <a:off x="8125927" y="3832232"/>
            <a:ext cx="1715173" cy="202947"/>
          </a:xfrm>
          <a:prstGeom prst="bentConnector3">
            <a:avLst>
              <a:gd name="adj1" fmla="val 708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: Bent 12">
            <a:extLst>
              <a:ext uri="{FF2B5EF4-FFF2-40B4-BE49-F238E27FC236}">
                <a16:creationId xmlns:a16="http://schemas.microsoft.com/office/drawing/2014/main" id="{6835438E-C0DA-79EA-F663-CFC904F81302}"/>
              </a:ext>
            </a:extLst>
          </p:cNvPr>
          <p:cNvSpPr/>
          <p:nvPr/>
        </p:nvSpPr>
        <p:spPr>
          <a:xfrm rot="5400000">
            <a:off x="10910693" y="2392001"/>
            <a:ext cx="1029446" cy="32004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CB5F8-C104-DE52-9283-3F87EE509F88}"/>
              </a:ext>
            </a:extLst>
          </p:cNvPr>
          <p:cNvSpPr txBox="1"/>
          <p:nvPr/>
        </p:nvSpPr>
        <p:spPr>
          <a:xfrm>
            <a:off x="9624588" y="3165648"/>
            <a:ext cx="48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0˚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2253CC-B288-7931-82E2-64E4477065F8}"/>
              </a:ext>
            </a:extLst>
          </p:cNvPr>
          <p:cNvSpPr txBox="1"/>
          <p:nvPr/>
        </p:nvSpPr>
        <p:spPr>
          <a:xfrm>
            <a:off x="9504684" y="3608661"/>
            <a:ext cx="90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180˚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1D3A37A-2385-C819-B3EA-7C8697CB60A2}"/>
              </a:ext>
            </a:extLst>
          </p:cNvPr>
          <p:cNvSpPr/>
          <p:nvPr/>
        </p:nvSpPr>
        <p:spPr>
          <a:xfrm>
            <a:off x="4212426" y="713320"/>
            <a:ext cx="655665" cy="27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EAF00A-8FB2-F5D5-5CFC-FE6233F4D63C}"/>
              </a:ext>
            </a:extLst>
          </p:cNvPr>
          <p:cNvGrpSpPr/>
          <p:nvPr/>
        </p:nvGrpSpPr>
        <p:grpSpPr>
          <a:xfrm>
            <a:off x="4868091" y="164675"/>
            <a:ext cx="1919150" cy="1375501"/>
            <a:chOff x="4919018" y="482173"/>
            <a:chExt cx="1919150" cy="1375501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4EAF918-24E5-65F1-4CCF-80F5FDADD5D0}"/>
                </a:ext>
              </a:extLst>
            </p:cNvPr>
            <p:cNvSpPr/>
            <p:nvPr/>
          </p:nvSpPr>
          <p:spPr>
            <a:xfrm>
              <a:off x="4939042" y="482173"/>
              <a:ext cx="1836227" cy="137550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B2A546F-0783-740B-E3B1-602FEB58E9F3}"/>
                </a:ext>
              </a:extLst>
            </p:cNvPr>
            <p:cNvSpPr txBox="1"/>
            <p:nvPr/>
          </p:nvSpPr>
          <p:spPr>
            <a:xfrm>
              <a:off x="5055966" y="482173"/>
              <a:ext cx="11516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BAL0212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5DC666-00E9-53DC-1EF8-CEF2CBB3B0F8}"/>
                </a:ext>
              </a:extLst>
            </p:cNvPr>
            <p:cNvSpPr txBox="1"/>
            <p:nvPr/>
          </p:nvSpPr>
          <p:spPr>
            <a:xfrm>
              <a:off x="4919018" y="921091"/>
              <a:ext cx="566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E648DC-E416-3845-FA2C-E7894D55D9E1}"/>
                </a:ext>
              </a:extLst>
            </p:cNvPr>
            <p:cNvSpPr txBox="1"/>
            <p:nvPr/>
          </p:nvSpPr>
          <p:spPr>
            <a:xfrm>
              <a:off x="4977851" y="1461918"/>
              <a:ext cx="961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219F4EB-2547-B3F4-1F93-F080471B3640}"/>
                </a:ext>
              </a:extLst>
            </p:cNvPr>
            <p:cNvSpPr txBox="1"/>
            <p:nvPr/>
          </p:nvSpPr>
          <p:spPr>
            <a:xfrm>
              <a:off x="5876560" y="1456040"/>
              <a:ext cx="961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OUT2</a:t>
              </a:r>
            </a:p>
          </p:txBody>
        </p:sp>
      </p:grp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8FD5C87-1939-8F7F-9D2D-3B750DA9423A}"/>
              </a:ext>
            </a:extLst>
          </p:cNvPr>
          <p:cNvSpPr/>
          <p:nvPr/>
        </p:nvSpPr>
        <p:spPr>
          <a:xfrm rot="5400000">
            <a:off x="5033554" y="1514259"/>
            <a:ext cx="235131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CF0CA90-4C3C-76C8-CB18-59AEE65CAEB9}"/>
              </a:ext>
            </a:extLst>
          </p:cNvPr>
          <p:cNvSpPr/>
          <p:nvPr/>
        </p:nvSpPr>
        <p:spPr>
          <a:xfrm rot="5400000">
            <a:off x="5793767" y="1527005"/>
            <a:ext cx="235131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E93E3F6-D77D-CBEB-58B9-A5F6CED5F207}"/>
              </a:ext>
            </a:extLst>
          </p:cNvPr>
          <p:cNvGrpSpPr/>
          <p:nvPr/>
        </p:nvGrpSpPr>
        <p:grpSpPr>
          <a:xfrm>
            <a:off x="1939161" y="2920910"/>
            <a:ext cx="2064718" cy="1375501"/>
            <a:chOff x="4919018" y="482173"/>
            <a:chExt cx="2064718" cy="1375501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9C5BB9D-ED0A-40EA-0602-821B632CD998}"/>
                </a:ext>
              </a:extLst>
            </p:cNvPr>
            <p:cNvSpPr/>
            <p:nvPr/>
          </p:nvSpPr>
          <p:spPr>
            <a:xfrm>
              <a:off x="4939042" y="482173"/>
              <a:ext cx="1836227" cy="137550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417E55F-4C0B-3E0C-235C-73B82D153C97}"/>
                </a:ext>
              </a:extLst>
            </p:cNvPr>
            <p:cNvSpPr txBox="1"/>
            <p:nvPr/>
          </p:nvSpPr>
          <p:spPr>
            <a:xfrm>
              <a:off x="5055966" y="482173"/>
              <a:ext cx="11516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BAL0520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6A6B222-E483-58F3-84A6-5F78A0C4666D}"/>
                </a:ext>
              </a:extLst>
            </p:cNvPr>
            <p:cNvSpPr txBox="1"/>
            <p:nvPr/>
          </p:nvSpPr>
          <p:spPr>
            <a:xfrm>
              <a:off x="4919018" y="921091"/>
              <a:ext cx="566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453FD72-5FF2-C46A-DBEF-98BCD81D1286}"/>
                </a:ext>
              </a:extLst>
            </p:cNvPr>
            <p:cNvSpPr txBox="1"/>
            <p:nvPr/>
          </p:nvSpPr>
          <p:spPr>
            <a:xfrm>
              <a:off x="6022128" y="701632"/>
              <a:ext cx="961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3F2E951-24E1-5AEA-0E74-95A04565D88D}"/>
                </a:ext>
              </a:extLst>
            </p:cNvPr>
            <p:cNvSpPr txBox="1"/>
            <p:nvPr/>
          </p:nvSpPr>
          <p:spPr>
            <a:xfrm>
              <a:off x="5991056" y="1279653"/>
              <a:ext cx="961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OUT2</a:t>
              </a:r>
            </a:p>
          </p:txBody>
        </p:sp>
      </p:grpSp>
      <p:pic>
        <p:nvPicPr>
          <p:cNvPr id="32" name="Picture 4" descr="N9960A FieldFox Handheld Microwave Spectrum Analyzer, 32 GHz">
            <a:extLst>
              <a:ext uri="{FF2B5EF4-FFF2-40B4-BE49-F238E27FC236}">
                <a16:creationId xmlns:a16="http://schemas.microsoft.com/office/drawing/2014/main" id="{AB7481FA-DD14-0C12-B8D8-7A2A7B271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9" t="6860" r="32989" b="5507"/>
          <a:stretch/>
        </p:blipFill>
        <p:spPr bwMode="auto">
          <a:xfrm flipH="1">
            <a:off x="91067" y="2678094"/>
            <a:ext cx="1594279" cy="208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D4F796A9-A727-C44D-31B3-F002F3F9D4A2}"/>
              </a:ext>
            </a:extLst>
          </p:cNvPr>
          <p:cNvSpPr/>
          <p:nvPr/>
        </p:nvSpPr>
        <p:spPr>
          <a:xfrm rot="10800000">
            <a:off x="3831957" y="3174774"/>
            <a:ext cx="235131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F70005A2-716A-63AA-B4F4-72145405162D}"/>
              </a:ext>
            </a:extLst>
          </p:cNvPr>
          <p:cNvSpPr/>
          <p:nvPr/>
        </p:nvSpPr>
        <p:spPr>
          <a:xfrm rot="10800000">
            <a:off x="3828431" y="3728772"/>
            <a:ext cx="235131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342992D9-29B5-BA00-F378-BE61FAA4F534}"/>
              </a:ext>
            </a:extLst>
          </p:cNvPr>
          <p:cNvSpPr/>
          <p:nvPr/>
        </p:nvSpPr>
        <p:spPr>
          <a:xfrm rot="10800000">
            <a:off x="1625126" y="3404673"/>
            <a:ext cx="235131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Bent 35">
            <a:extLst>
              <a:ext uri="{FF2B5EF4-FFF2-40B4-BE49-F238E27FC236}">
                <a16:creationId xmlns:a16="http://schemas.microsoft.com/office/drawing/2014/main" id="{5E07859D-5B95-4DD7-ABB1-794AD305DA04}"/>
              </a:ext>
            </a:extLst>
          </p:cNvPr>
          <p:cNvSpPr/>
          <p:nvPr/>
        </p:nvSpPr>
        <p:spPr>
          <a:xfrm>
            <a:off x="6958458" y="1412846"/>
            <a:ext cx="870441" cy="79997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C06F22-62BB-F9E2-DBA8-11385913FAC8}"/>
              </a:ext>
            </a:extLst>
          </p:cNvPr>
          <p:cNvSpPr txBox="1"/>
          <p:nvPr/>
        </p:nvSpPr>
        <p:spPr>
          <a:xfrm>
            <a:off x="7811172" y="1412846"/>
            <a:ext cx="124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USB To PC</a:t>
            </a:r>
          </a:p>
        </p:txBody>
      </p:sp>
    </p:spTree>
    <p:extLst>
      <p:ext uri="{BB962C8B-B14F-4D97-AF65-F5344CB8AC3E}">
        <p14:creationId xmlns:p14="http://schemas.microsoft.com/office/powerpoint/2010/main" val="1895885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48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AeroLab3</dc:creator>
  <cp:lastModifiedBy>Muire, Eric</cp:lastModifiedBy>
  <cp:revision>5</cp:revision>
  <dcterms:created xsi:type="dcterms:W3CDTF">2025-04-28T19:41:36Z</dcterms:created>
  <dcterms:modified xsi:type="dcterms:W3CDTF">2025-10-24T18:03:49Z</dcterms:modified>
</cp:coreProperties>
</file>