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14" autoAdjust="0"/>
    <p:restoredTop sz="94660"/>
  </p:normalViewPr>
  <p:slideViewPr>
    <p:cSldViewPr snapToGrid="0">
      <p:cViewPr varScale="1">
        <p:scale>
          <a:sx n="160" d="100"/>
          <a:sy n="160" d="100"/>
        </p:scale>
        <p:origin x="264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FCE7B-7EAE-94A8-5658-AD5FE95982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AF4ED1-B3C4-5C5F-785A-80345E03CE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0FE916-23B6-78E4-0D90-F6DBAC1309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2FE547-D737-3E7C-B0B8-89B43C4E0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B86DC9-0991-F6B1-8D7A-48836EB8E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7506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15DA1-9E08-6855-EA14-2EAEED13F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32C9B3-DF21-AD13-BB1B-1418982A01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23D263-B44A-32A4-9C6E-6631F3EA7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CCA9DB-61D9-72B2-8B25-320A63AFE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DDCEE-6945-F7A9-E8BB-B497A8307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6900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02657-A817-988A-5B83-2BC0971E0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8EE5CC-D7CE-05EB-A66D-E127A4C7F2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F892B-5834-56F7-521D-ED4E822D1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995E8-A404-DDBF-3173-879AA9418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D90B6D-ADCA-77D0-F292-154CA1A8F1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925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AA8B-2368-E1EE-0A9E-4AC0C72FD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1AEC7E-DD7D-5993-4266-747AEDDB8C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52AF1D-BB7A-7A46-1002-655AA828C1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99CF0F-3470-AAB4-39E2-81A356274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902415-B1FD-3AD1-E769-2C7919FC6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848FA3-F23B-8AFD-AB98-CACE7EE714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37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7C9B1A-952A-7120-6CC0-B401EC8D37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5C4DE4-07AF-8A4B-39A8-67845F20D2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5C8101-8245-2A7E-3852-8DC2B3D2D3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F2EE046-0F7F-51C2-6F73-EBDD0B8F646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425341-A101-B6AF-3EDE-338EBA1F05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C801FC5-8781-54F8-377A-4EFD10B1B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A34209-4636-AC8C-BB90-A4DBB74055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E4BCEA-0A41-E644-FC4C-D01478EDB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011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67B44-9E1D-E455-4903-A5FDA07F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887D83-7FAC-D72B-9921-B9E7C3FE7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54F04C4-7337-996C-1ADD-A13C07994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05EEE1-6E05-A597-BF1D-FBE6ECB12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4696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622179F-3D0E-2349-A5BE-894663CC3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6D4163-7263-7326-668C-EE81E5E06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1974C-4286-AA10-67AA-22EF5E7D6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341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64FB65-C4CD-8615-484F-A531A057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96D83A-CF61-1D02-7E5B-9E55E6A05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FC8438-E201-CCB3-0334-F16C911EEF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D8E7AA3-5B75-7C89-D235-768DE20C1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EBA8E6-315C-EB81-7230-4D4F88499E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F19AE2-2A3E-60C2-4508-7E0AEA889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736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A8A4A-0A89-388A-42FA-3883D0B3A8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6B7CEC-AEDF-7DA6-5EAD-248400D240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2F0CE9-49A6-451F-6CF3-7D351B441D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29C5B9-71EA-A3D1-B3D2-35FCE2A77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DCBB5F-1720-DDD8-2E43-4BCD996AC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1DB4C2-4DD0-7165-FAE0-8C333F76C2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9631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F0E8-2364-D7FA-2771-3EFF659305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1071-A263-AC28-C6B2-D36892B929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873B7D-E189-D083-D0DD-DA7EC71DA9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5CC7F2-3224-DE74-278D-C860EABC9A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DEA61-B3FB-3694-3D92-F901ED2B9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14244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59FD62-6F92-4F9D-CBBF-C677849151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2B114E-0419-C7B1-3DFD-6CF8E2583D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44C622-D8B3-E570-8AC4-9B3A765F6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A92990-A7F6-AD2A-4149-49C0EB65F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C14C78-CB73-38B5-9460-2E989139A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4166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670375B-0223-2CD8-EA4E-EABD40FD5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DB020-E8AD-520F-BD01-B5AA0E7A8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99DDE-182F-9150-4DEE-7398B82E51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AE675B-3063-4D30-AFE0-95960C6CE18E}" type="datetimeFigureOut">
              <a:rPr lang="en-US" smtClean="0"/>
              <a:t>4/28/2025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2F8FBE-0C7D-D538-9EB1-3A70AFFB46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D01479-5DEF-B7DE-CD5C-006036FA65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4C8F71-EA6C-4500-BCA8-4A469F7112A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75079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60279BC-F5AE-A4A8-9697-A0EEDCA7A1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1493" y="2367379"/>
            <a:ext cx="3777392" cy="2538702"/>
          </a:xfrm>
          <a:prstGeom prst="rect">
            <a:avLst/>
          </a:prstGeom>
        </p:spPr>
      </p:pic>
      <p:pic>
        <p:nvPicPr>
          <p:cNvPr id="1028" name="Picture 4" descr="N9960A FieldFox Handheld Microwave Spectrum Analyzer, 32 GHz">
            <a:extLst>
              <a:ext uri="{FF2B5EF4-FFF2-40B4-BE49-F238E27FC236}">
                <a16:creationId xmlns:a16="http://schemas.microsoft.com/office/drawing/2014/main" id="{B5080F7F-4678-D363-6DE6-000308C90C1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239" t="6860" r="32989" b="5507"/>
          <a:stretch/>
        </p:blipFill>
        <p:spPr bwMode="auto">
          <a:xfrm flipH="1">
            <a:off x="194765" y="2676938"/>
            <a:ext cx="1594279" cy="20805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26459776-3FBC-CF3D-006F-357646B07918}"/>
              </a:ext>
            </a:extLst>
          </p:cNvPr>
          <p:cNvGrpSpPr/>
          <p:nvPr/>
        </p:nvGrpSpPr>
        <p:grpSpPr>
          <a:xfrm>
            <a:off x="2580289" y="198571"/>
            <a:ext cx="2708883" cy="1601370"/>
            <a:chOff x="3416995" y="185529"/>
            <a:chExt cx="2708883" cy="1601370"/>
          </a:xfrm>
        </p:grpSpPr>
        <p:pic>
          <p:nvPicPr>
            <p:cNvPr id="1026" name="Picture 2" descr="Synthesized Signal Generator: HMC-T2270 | Microwave Journal">
              <a:extLst>
                <a:ext uri="{FF2B5EF4-FFF2-40B4-BE49-F238E27FC236}">
                  <a16:creationId xmlns:a16="http://schemas.microsoft.com/office/drawing/2014/main" id="{831B7FFF-5F97-D790-5BCE-EAC9103AEC3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95362" y="185529"/>
              <a:ext cx="1385545" cy="87982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DED4F5F-9FB2-FD0D-BCB9-46149B3A0BB6}"/>
                </a:ext>
              </a:extLst>
            </p:cNvPr>
            <p:cNvGrpSpPr/>
            <p:nvPr/>
          </p:nvGrpSpPr>
          <p:grpSpPr>
            <a:xfrm>
              <a:off x="3952720" y="1213874"/>
              <a:ext cx="2173158" cy="573025"/>
              <a:chOff x="3988579" y="1387192"/>
              <a:chExt cx="2173158" cy="573025"/>
            </a:xfrm>
          </p:grpSpPr>
          <p:sp>
            <p:nvSpPr>
              <p:cNvPr id="6" name="Rectangle: Rounded Corners 5">
                <a:extLst>
                  <a:ext uri="{FF2B5EF4-FFF2-40B4-BE49-F238E27FC236}">
                    <a16:creationId xmlns:a16="http://schemas.microsoft.com/office/drawing/2014/main" id="{0ED00A08-ADEF-63DC-F9AD-BF8A75328CED}"/>
                  </a:ext>
                </a:extLst>
              </p:cNvPr>
              <p:cNvSpPr/>
              <p:nvPr/>
            </p:nvSpPr>
            <p:spPr>
              <a:xfrm>
                <a:off x="3988579" y="1387192"/>
                <a:ext cx="1914939" cy="530087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A7FA66-E709-25C8-3308-58AEC558BBB4}"/>
                  </a:ext>
                </a:extLst>
              </p:cNvPr>
              <p:cNvSpPr txBox="1"/>
              <p:nvPr/>
            </p:nvSpPr>
            <p:spPr>
              <a:xfrm>
                <a:off x="4619808" y="1387192"/>
                <a:ext cx="1541929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BAL0010</a:t>
                </a:r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A8700E-10B2-D64E-2308-F89D108047DC}"/>
                  </a:ext>
                </a:extLst>
              </p:cNvPr>
              <p:cNvSpPr txBox="1"/>
              <p:nvPr/>
            </p:nvSpPr>
            <p:spPr>
              <a:xfrm>
                <a:off x="4587456" y="1590885"/>
                <a:ext cx="140694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0°           180 °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A9E25EC-445D-04DF-3844-FE9555443663}"/>
                </a:ext>
              </a:extLst>
            </p:cNvPr>
            <p:cNvSpPr txBox="1"/>
            <p:nvPr/>
          </p:nvSpPr>
          <p:spPr>
            <a:xfrm>
              <a:off x="3913794" y="1213874"/>
              <a:ext cx="41237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IN</a:t>
              </a:r>
            </a:p>
          </p:txBody>
        </p:sp>
        <p:sp>
          <p:nvSpPr>
            <p:cNvPr id="12" name="Arrow: U-Turn 11">
              <a:extLst>
                <a:ext uri="{FF2B5EF4-FFF2-40B4-BE49-F238E27FC236}">
                  <a16:creationId xmlns:a16="http://schemas.microsoft.com/office/drawing/2014/main" id="{C76335B0-A075-5C40-1A78-89C29FE524B9}"/>
                </a:ext>
              </a:extLst>
            </p:cNvPr>
            <p:cNvSpPr/>
            <p:nvPr/>
          </p:nvSpPr>
          <p:spPr>
            <a:xfrm rot="5400000" flipV="1">
              <a:off x="3414420" y="593032"/>
              <a:ext cx="913886" cy="908735"/>
            </a:xfrm>
            <a:prstGeom prst="uturnArrow">
              <a:avLst>
                <a:gd name="adj1" fmla="val 25000"/>
                <a:gd name="adj2" fmla="val 16779"/>
                <a:gd name="adj3" fmla="val 19738"/>
                <a:gd name="adj4" fmla="val 35532"/>
                <a:gd name="adj5" fmla="val 5790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3" name="Arrow: Left 12">
            <a:extLst>
              <a:ext uri="{FF2B5EF4-FFF2-40B4-BE49-F238E27FC236}">
                <a16:creationId xmlns:a16="http://schemas.microsoft.com/office/drawing/2014/main" id="{05BD6DC5-FAFC-5986-A6A6-05485467320C}"/>
              </a:ext>
            </a:extLst>
          </p:cNvPr>
          <p:cNvSpPr/>
          <p:nvPr/>
        </p:nvSpPr>
        <p:spPr>
          <a:xfrm>
            <a:off x="1851122" y="3439328"/>
            <a:ext cx="1207247" cy="555811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06A75EE3-640D-B12A-F365-D98CEB94932E}"/>
              </a:ext>
            </a:extLst>
          </p:cNvPr>
          <p:cNvSpPr/>
          <p:nvPr/>
        </p:nvSpPr>
        <p:spPr>
          <a:xfrm>
            <a:off x="3944471" y="1846729"/>
            <a:ext cx="292847" cy="477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E367203B-478F-CFC3-5C98-ADAE8DA10F65}"/>
              </a:ext>
            </a:extLst>
          </p:cNvPr>
          <p:cNvSpPr/>
          <p:nvPr/>
        </p:nvSpPr>
        <p:spPr>
          <a:xfrm>
            <a:off x="4551354" y="1849523"/>
            <a:ext cx="292847" cy="47771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F1D2F09C-16EE-913C-1D90-5DA797B8F346}"/>
              </a:ext>
            </a:extLst>
          </p:cNvPr>
          <p:cNvSpPr/>
          <p:nvPr/>
        </p:nvSpPr>
        <p:spPr>
          <a:xfrm rot="16200000">
            <a:off x="5824072" y="4193235"/>
            <a:ext cx="620985" cy="2025459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9" name="Arrow: Bent 18">
            <a:extLst>
              <a:ext uri="{FF2B5EF4-FFF2-40B4-BE49-F238E27FC236}">
                <a16:creationId xmlns:a16="http://schemas.microsoft.com/office/drawing/2014/main" id="{E25F178F-6AA4-3D3A-F585-C4AA8FAFA930}"/>
              </a:ext>
            </a:extLst>
          </p:cNvPr>
          <p:cNvSpPr/>
          <p:nvPr/>
        </p:nvSpPr>
        <p:spPr>
          <a:xfrm rot="5400000" flipV="1">
            <a:off x="5789699" y="1044157"/>
            <a:ext cx="620985" cy="2025459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B7E8EED7-4E23-BBCC-2054-31F575623371}"/>
              </a:ext>
            </a:extLst>
          </p:cNvPr>
          <p:cNvSpPr/>
          <p:nvPr/>
        </p:nvSpPr>
        <p:spPr>
          <a:xfrm>
            <a:off x="8932803" y="2677377"/>
            <a:ext cx="1476189" cy="19187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50BB6B-56D9-B489-7266-D4877708CC02}"/>
              </a:ext>
            </a:extLst>
          </p:cNvPr>
          <p:cNvSpPr txBox="1"/>
          <p:nvPr/>
        </p:nvSpPr>
        <p:spPr>
          <a:xfrm>
            <a:off x="9443791" y="2676938"/>
            <a:ext cx="4542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DB901C-D260-0ABF-9290-1BA73B08C208}"/>
              </a:ext>
            </a:extLst>
          </p:cNvPr>
          <p:cNvSpPr txBox="1"/>
          <p:nvPr/>
        </p:nvSpPr>
        <p:spPr>
          <a:xfrm>
            <a:off x="8905354" y="3134355"/>
            <a:ext cx="218528" cy="36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4FB55B-7A63-B0CF-6EC2-878DED38A549}"/>
              </a:ext>
            </a:extLst>
          </p:cNvPr>
          <p:cNvSpPr txBox="1"/>
          <p:nvPr/>
        </p:nvSpPr>
        <p:spPr>
          <a:xfrm>
            <a:off x="8915497" y="3865219"/>
            <a:ext cx="218528" cy="3676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8FBF9B0-933B-D7AC-06C7-54816B6923E4}"/>
              </a:ext>
            </a:extLst>
          </p:cNvPr>
          <p:cNvSpPr txBox="1"/>
          <p:nvPr/>
        </p:nvSpPr>
        <p:spPr>
          <a:xfrm>
            <a:off x="9178111" y="3465179"/>
            <a:ext cx="14044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90° splitter</a:t>
            </a:r>
          </a:p>
        </p:txBody>
      </p:sp>
      <p:sp>
        <p:nvSpPr>
          <p:cNvPr id="26" name="Arrow: Bent 25">
            <a:extLst>
              <a:ext uri="{FF2B5EF4-FFF2-40B4-BE49-F238E27FC236}">
                <a16:creationId xmlns:a16="http://schemas.microsoft.com/office/drawing/2014/main" id="{07265E7E-94DC-2882-24E0-8CB115F8DD5E}"/>
              </a:ext>
            </a:extLst>
          </p:cNvPr>
          <p:cNvSpPr/>
          <p:nvPr/>
        </p:nvSpPr>
        <p:spPr>
          <a:xfrm rot="16200000">
            <a:off x="7084332" y="1577432"/>
            <a:ext cx="1508798" cy="2079690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7" name="Arrow: Bent 26">
            <a:extLst>
              <a:ext uri="{FF2B5EF4-FFF2-40B4-BE49-F238E27FC236}">
                <a16:creationId xmlns:a16="http://schemas.microsoft.com/office/drawing/2014/main" id="{5E418791-D794-32E1-1EFE-14CBC2A9DCC4}"/>
              </a:ext>
            </a:extLst>
          </p:cNvPr>
          <p:cNvSpPr/>
          <p:nvPr/>
        </p:nvSpPr>
        <p:spPr>
          <a:xfrm rot="5400000" flipV="1">
            <a:off x="7111445" y="3632844"/>
            <a:ext cx="1508798" cy="2025459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8" name="Arrow: Bent 27">
            <a:extLst>
              <a:ext uri="{FF2B5EF4-FFF2-40B4-BE49-F238E27FC236}">
                <a16:creationId xmlns:a16="http://schemas.microsoft.com/office/drawing/2014/main" id="{AF79D5D4-2DD2-4E12-5E03-9AF23EB98BB5}"/>
              </a:ext>
            </a:extLst>
          </p:cNvPr>
          <p:cNvSpPr/>
          <p:nvPr/>
        </p:nvSpPr>
        <p:spPr>
          <a:xfrm>
            <a:off x="5588124" y="585070"/>
            <a:ext cx="1508798" cy="2079690"/>
          </a:xfrm>
          <a:prstGeom prst="bentArrow">
            <a:avLst>
              <a:gd name="adj1" fmla="val 15340"/>
              <a:gd name="adj2" fmla="val 20663"/>
              <a:gd name="adj3" fmla="val 14773"/>
              <a:gd name="adj4" fmla="val 4375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5C1F96-3D70-E5EA-547E-9C37D5792183}"/>
              </a:ext>
            </a:extLst>
          </p:cNvPr>
          <p:cNvSpPr txBox="1"/>
          <p:nvPr/>
        </p:nvSpPr>
        <p:spPr>
          <a:xfrm>
            <a:off x="7050469" y="731649"/>
            <a:ext cx="1207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 PXIe</a:t>
            </a:r>
          </a:p>
        </p:txBody>
      </p:sp>
      <p:sp>
        <p:nvSpPr>
          <p:cNvPr id="30" name="Arrow: Down 29">
            <a:extLst>
              <a:ext uri="{FF2B5EF4-FFF2-40B4-BE49-F238E27FC236}">
                <a16:creationId xmlns:a16="http://schemas.microsoft.com/office/drawing/2014/main" id="{CDF17D18-39ED-193E-17A8-84107168A9CC}"/>
              </a:ext>
            </a:extLst>
          </p:cNvPr>
          <p:cNvSpPr/>
          <p:nvPr/>
        </p:nvSpPr>
        <p:spPr>
          <a:xfrm>
            <a:off x="9260625" y="1996292"/>
            <a:ext cx="805856" cy="62098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1" name="Picture 2" descr="Synthesized Signal Generator: HMC-T2270 | Microwave Journal">
            <a:extLst>
              <a:ext uri="{FF2B5EF4-FFF2-40B4-BE49-F238E27FC236}">
                <a16:creationId xmlns:a16="http://schemas.microsoft.com/office/drawing/2014/main" id="{BD75838A-31B8-8E6E-AAFF-414EFD6719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8574" y="829047"/>
            <a:ext cx="1385545" cy="8798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60C50378-C199-48C6-D57F-E331A2D7E343}"/>
              </a:ext>
            </a:extLst>
          </p:cNvPr>
          <p:cNvSpPr txBox="1"/>
          <p:nvPr/>
        </p:nvSpPr>
        <p:spPr>
          <a:xfrm>
            <a:off x="8612094" y="1662063"/>
            <a:ext cx="10514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GPIB 27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A683A9-0FFF-34D7-6489-B25923E6EB5F}"/>
              </a:ext>
            </a:extLst>
          </p:cNvPr>
          <p:cNvSpPr txBox="1"/>
          <p:nvPr/>
        </p:nvSpPr>
        <p:spPr>
          <a:xfrm>
            <a:off x="2517353" y="183887"/>
            <a:ext cx="10346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GPIB 12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9836D81-68DE-A554-5714-8F504CE0E39C}"/>
              </a:ext>
            </a:extLst>
          </p:cNvPr>
          <p:cNvSpPr txBox="1"/>
          <p:nvPr/>
        </p:nvSpPr>
        <p:spPr>
          <a:xfrm>
            <a:off x="59765" y="137459"/>
            <a:ext cx="14941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ADMV1013s</a:t>
            </a:r>
          </a:p>
        </p:txBody>
      </p:sp>
    </p:spTree>
    <p:extLst>
      <p:ext uri="{BB962C8B-B14F-4D97-AF65-F5344CB8AC3E}">
        <p14:creationId xmlns:p14="http://schemas.microsoft.com/office/powerpoint/2010/main" val="35624097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19</Words>
  <Application>Microsoft Office PowerPoint</Application>
  <PresentationFormat>Widescreen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AeroLab3</dc:creator>
  <cp:lastModifiedBy>AeroLab3</cp:lastModifiedBy>
  <cp:revision>3</cp:revision>
  <dcterms:created xsi:type="dcterms:W3CDTF">2025-04-28T19:41:36Z</dcterms:created>
  <dcterms:modified xsi:type="dcterms:W3CDTF">2025-04-28T19:55:49Z</dcterms:modified>
</cp:coreProperties>
</file>